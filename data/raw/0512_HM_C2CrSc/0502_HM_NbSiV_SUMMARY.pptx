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61AD52-F4D5-47A7-82DA-F56393E585C1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B86E8-D282-427D-B74A-3F83BB9A3FD9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43B11-E103-43F1-A8B5-B456A2E8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8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C10F-AADF-094E-8D32-B2A6035BC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9EA6C-CFC1-381E-72B9-2450C6F9D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B9036-1F35-A3F7-5BD8-CF026C82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DFF02-2563-467C-D70D-21AADE9A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0FE09-FBBB-9822-6F91-53536EBC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2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1D59-F3F4-8B0D-7826-F3E58DC9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1C12C-0EE6-E759-392C-A13AF49E9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F6F0-00A7-FA33-16F4-02EE2F10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1A539-E5D3-EE36-31D6-DE42A92B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7553-2CFE-7821-3BF8-C22E6567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0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A0AC-B66F-C38B-70AF-0E159174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43528-9849-F5DC-465F-18A0D28BC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03F8C-8BAF-F41D-9AF8-EB0C8862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FB90C-92F8-CD8D-B7CC-374BD653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D7C5A-4692-C1F7-F2F3-75283E3F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9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2116-144F-4EB5-41F8-31F0028F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3D42E-4DD7-F403-04E4-F3184B0A3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D2786-351D-0390-8337-511A21C73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C4D3E-3B41-CD0A-6235-6787C466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63F06-69DE-96F0-BCDC-FFB37474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0A100-1CA9-7796-028F-EBA62026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6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BCF8-64B0-85B6-5EB6-CA3C9CAE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34AE4-981D-450E-B675-B7281BE3C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D9F89-969A-9EF1-5666-E9BFF880D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BC713-0C77-E02A-FC08-332F9D655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F1854-7109-988D-0D9C-554298ADE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539A1-FE5C-34D4-FDA7-B706FAD0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19737-9321-2C0C-58AD-1D78652A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4773A-AF9B-87A4-118D-3A7219FC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2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76A0-1661-A98E-0EAF-A9ED97B3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FA5FF-F94D-B41D-9D33-0FDF924D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61FC9-4941-727F-B998-1DAA66B6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883C8-FF60-431A-24F5-FAB8E641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2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42AF7-26BD-E5A6-8FAA-18DBA27B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2E482-C43C-389F-BEDC-ED6114AB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4A0E2-D02C-BB07-C2B8-81B20B3B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8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CE9C-D6A9-BA6D-C76C-8872E92D1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94571-9F5F-54F0-F92C-0332DAA9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2FD8D-CFED-9D24-191C-CA8E2F515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B775A-009D-56DC-2D07-F357DFCF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6F658-4AA3-E1FC-1628-00C03BFE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1CA2E-8D13-AAFB-7A59-ECF5B0B2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85BD-4969-CBEC-F1D0-AEF3F491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2117F-7599-0987-D4BA-14E411199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187A4-914D-3D42-7416-816E787CB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C526B-9949-BCF9-87B6-5748ED0E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FFFE2-2AA7-6B7E-528B-DF89B857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55C8E-B46B-2A36-BE59-0E109BDB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2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4201-85C8-4DAE-4DD9-28440882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B3B73-2D97-04EC-0BE9-E298BFA64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D53DF-B720-80EC-7CA3-F601BC02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258C-EABE-F805-04B5-DC72FD02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9E7D0-96C5-4F09-04EB-FFB54961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3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5F087-5888-94E3-8C3E-2AEE3F9BF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736C6-06D3-41ED-E6C6-A1B2C44C8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0B17-8F34-03B7-023C-AA29EC24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7ACA1-53C6-4856-6CB8-65025FF3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5CC62-0622-80B4-D632-F1DFC06E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6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EA907-3FD1-FAB8-1372-78B2A7F9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7ECC2-2A2D-D2C6-22E7-2EB6116B9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0B75F-9377-0CF2-03A6-197F824B0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994C7-A6A7-4868-A21E-DEDCED1BCBE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EFA33-FC07-09EB-654C-7BACBAD55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3AAF5-F150-0AA8-2CA7-65E0D29B4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0502_HM_NbSiV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Nb5Si2V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76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0502_HM_NbSiV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Li, Zhongwei</dc:creator>
  <cp:lastModifiedBy>service, physics-svc-hamlin</cp:lastModifiedBy>
  <cp:revision>9</cp:revision>
  <dcterms:created xsi:type="dcterms:W3CDTF">2023-06-30T21:41:57Z</dcterms:created>
  <dcterms:modified xsi:type="dcterms:W3CDTF">2025-10-31T21:21:49Z</dcterms:modified>
</cp:coreProperties>
</file>