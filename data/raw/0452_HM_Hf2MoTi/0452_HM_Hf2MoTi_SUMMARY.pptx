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701E1-2F69-4E21-A4CB-EBAA13314D82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B0A6-9575-47C8-9809-D4E7D2E35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6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BA5-5C74-40E4-9E53-231DEE0D4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EE11-6A9D-43E3-B111-EF146FC19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CDAAF-3A15-42A4-8E59-F283012B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A4D1-D74A-4057-9522-7B817576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DFFE-0C05-4C65-9CB4-9BC53A65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7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716C-1481-49FD-ABBC-B94C40A6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F933-C1EF-426D-B32C-DA2BB5A1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71E3-C374-4F6C-BDF6-2AD364C5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AC115-8737-4878-AEC3-E5F3EE28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2FE4-BCA4-4245-BD30-670E78CF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9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3638-6F6B-4F95-84AD-762A75F6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FD46B-594C-43BD-BCB5-C470721A5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D4C1-8D4F-4680-BEBE-776173C4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82C6-060E-49DF-85B5-7B0069F3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DDFA-6187-44B9-BED1-149C9711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86CF-B965-4B4A-989A-E49CD653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6EF1-CF71-436C-80DB-C25ADE56B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03DFA-AE90-4014-B3BB-FF6058A31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54E2-B9CC-4CD9-8FFD-620D2BF6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4DEDF-1EDC-469F-851A-6ADB2350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EAD7-DBCD-49F1-8CCE-C7124523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DF12-B21B-4DB8-8575-DBEF0AE9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96A9-EBF6-47C8-8F0E-C855AAEBC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4B82-0E88-4FC2-B5E9-8E3B4348E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CEE16-08F9-43CD-9710-236627E7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E5EAC-EC6E-4675-A108-5DD496AC2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989DF-B5CC-4471-B51F-26DEA6D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86267-F45A-4B88-9D03-A3BF6AD6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17BBE-2DCA-48AE-9BA1-2331217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E0EB-C9A7-4D02-8523-B33058F9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92682-3C65-4656-BFFE-FE48408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990E7-618E-498F-8509-CE9C1422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12E3-EDEF-42AF-B2C0-109180A3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3397C-3AC9-4817-B327-6D4C6E88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47577-FBEB-4784-BC3F-70DC19CA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A984-DCDA-413A-820B-7D9B225E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98C2-5220-443B-B8EB-2D6E03DF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A72C-74BF-402C-9FFB-08B82A70D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FD911-B91A-422F-9DD4-0EE009E53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E6C2-D092-4DD0-8997-6E0FBC6B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3BE0-F4C2-4DFC-8ACD-FCACEACC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1B548-06FA-4D68-AF8A-B0555871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14C7-69EA-4D3E-9441-87179B18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581F5-488F-4405-B64E-2928536DE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946A-6244-483B-85DB-EA2AF59E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B090C-A8A4-4CD2-A8D4-E0C99C99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6645D-32C0-4DFB-84A8-D32BE2CD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5332-B578-489F-A660-91F8147F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5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FD94-FBB4-4752-8ADD-99418F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3D249-B66F-42B5-8FC8-2261501A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C15C-53C6-4457-A37D-454243A4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8A81C-67A4-4B1C-9A6D-D5BEAD65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36594-1964-42A9-8B6A-CFF8184C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1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8A70D-9137-4A86-9ED5-FEA0C9B38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7805-1797-4229-A0FD-8970191C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A0DC-ADC8-406C-B65A-76726CEB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C87D-B042-45A1-AA23-32CC04D6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5FEBE-A6D4-4038-9F1B-EF00F73A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64EAA-5F46-417C-A22E-C3A2E83D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CC9-E30B-4AF9-B2F7-832052BA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9617-4DD8-45B6-9621-2F595ED6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4E74-D681-4336-B0A4-FF1C06B5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4CC8-29D3-466A-BD9C-3F55BA73B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0XXX_HF_AB2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D81A-C822-4E4D-8B6B-C6341DDD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Hf2MoTi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936CE-6DE1-473A-80B6-530F3E919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048000" y="11430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77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0XXX_HF_AB2</vt:lpstr>
      <vt:lpstr>Hf2MoTi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00XXX_HF_AB2</dc:title>
  <dc:creator>James Hamlin</dc:creator>
  <cp:lastModifiedBy>service, physics-svc-hamlin</cp:lastModifiedBy>
  <cp:revision>9</cp:revision>
  <dcterms:created xsi:type="dcterms:W3CDTF">2020-08-24T16:05:39Z</dcterms:created>
  <dcterms:modified xsi:type="dcterms:W3CDTF">2025-04-03T17:54:56Z</dcterms:modified>
</cp:coreProperties>
</file>