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9" d="100"/>
          <a:sy n="29" d="100"/>
        </p:scale>
        <p:origin x="3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MoTaTi2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144014-1228-49C5-9328-D8FA5B004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99252" y="2445269"/>
            <a:ext cx="4796284" cy="35972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17169B-42BA-440D-AA69-B02AE40A9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816" y="1845733"/>
            <a:ext cx="3597213" cy="478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MoTaTi2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3</cp:revision>
  <dcterms:created xsi:type="dcterms:W3CDTF">2020-08-24T16:05:39Z</dcterms:created>
  <dcterms:modified xsi:type="dcterms:W3CDTF">2025-04-01T13:45:28Z</dcterms:modified>
</cp:coreProperties>
</file>