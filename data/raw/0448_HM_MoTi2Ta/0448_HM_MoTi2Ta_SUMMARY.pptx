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29" d="100"/>
          <a:sy n="29" d="100"/>
        </p:scale>
        <p:origin x="37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3701E1-2F69-4E21-A4CB-EBAA13314D82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E9B0A6-9575-47C8-9809-D4E7D2E35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7684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Put sample number on this page.  Format is (Number formatted with 4 digits with leading zeros)_H(“F” for Flux, “S” for solid state, “M” for arc melt, “V” for vapor transport, </a:t>
            </a:r>
            <a:r>
              <a:rPr lang="en-US" dirty="0" err="1"/>
              <a:t>etc</a:t>
            </a:r>
            <a:r>
              <a:rPr lang="en-US" dirty="0"/>
              <a:t>)_(Formula).  For Formula, don’t use decimals or parenthesis.  The subtitle contains the properly formatted target formula.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E9B0A6-9575-47C8-9809-D4E7D2E3505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5746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82BA5-5C74-40E4-9E53-231DEE0D4B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09EE11-6A9D-43E3-B111-EF146FC190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3CDAAF-3A15-42A4-8E59-F283012BE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48553-9ACF-466C-BD64-02D8085A91A9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73A4D1-D74A-4057-9522-7B8175769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93DFFE-0C05-4C65-9CB4-9BC53A652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B5FE-D45E-44BD-8C0F-902E82E075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673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3716C-1481-49FD-ABBC-B94C40A67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8F933-C1EF-426D-B32C-DA2BB5A1E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571E3-C374-4F6C-BDF6-2AD364C51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48553-9ACF-466C-BD64-02D8085A91A9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6AC115-8737-4878-AEC3-E5F3EE281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512FE4-BCA4-4245-BD30-670E78CF6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B5FE-D45E-44BD-8C0F-902E82E075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5997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43638-6F6B-4F95-84AD-762A75F61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4FD46B-594C-43BD-BCB5-C470721A59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B9D4C1-8D4F-4680-BEBE-776173C4A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48553-9ACF-466C-BD64-02D8085A91A9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7E82C6-060E-49DF-85B5-7B0069F30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21DDFA-6187-44B9-BED1-149C97116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B5FE-D45E-44BD-8C0F-902E82E075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7836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E86CF-B965-4B4A-989A-E49CD6533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F6EF1-CF71-436C-80DB-C25ADE56BB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F03DFA-AE90-4014-B3BB-FF6058A316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D254E2-B9CC-4CD9-8FFD-620D2BF6F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48553-9ACF-466C-BD64-02D8085A91A9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84DEDF-1EDC-469F-851A-6ADB2350D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B6EAD7-DBCD-49F1-8CCE-C71245232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B5FE-D45E-44BD-8C0F-902E82E075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8778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2DF12-B21B-4DB8-8575-DBEF0AE9D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C796A9-EBF6-47C8-8F0E-C855AAEBCF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3C4B82-0E88-4FC2-B5E9-8E3B4348E4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9CEE16-08F9-43CD-9710-236627E7CC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9E5EAC-EC6E-4675-A108-5DD496AC2B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0989DF-B5CC-4471-B51F-26DEA6D1A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48553-9ACF-466C-BD64-02D8085A91A9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586267-F45A-4B88-9D03-A3BF6AD63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517BBE-2DCA-48AE-9BA1-233121750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B5FE-D45E-44BD-8C0F-902E82E075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6704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5E0EB-C9A7-4D02-8523-B33058F9B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692682-3C65-4656-BFFE-FE4840862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48553-9ACF-466C-BD64-02D8085A91A9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1990E7-618E-498F-8509-CE9C14224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7812E3-EDEF-42AF-B2C0-109180A39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B5FE-D45E-44BD-8C0F-902E82E075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775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D3397C-3AC9-4817-B327-6D4C6E882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48553-9ACF-466C-BD64-02D8085A91A9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647577-FBEB-4784-BC3F-70DC19CA1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E8A984-DCDA-413A-820B-7D9B225EC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B5FE-D45E-44BD-8C0F-902E82E075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068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898C2-5220-443B-B8EB-2D6E03DFE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AFA72C-74BF-402C-9FFB-08B82A70DD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6FD911-B91A-422F-9DD4-0EE009E53E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9EE6C2-D092-4DD0-8997-6E0FBC6B4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48553-9ACF-466C-BD64-02D8085A91A9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153BE0-F4C2-4DFC-8ACD-FCACEACC3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C1B548-06FA-4D68-AF8A-B0555871B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B5FE-D45E-44BD-8C0F-902E82E075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9141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614C7-69EA-4D3E-9441-87179B18F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8581F5-488F-4405-B64E-2928536DEB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49946A-6244-483B-85DB-EA2AF59EF3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2B090C-A8A4-4CD2-A8D4-E0C99C998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48553-9ACF-466C-BD64-02D8085A91A9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16645D-32C0-4DFB-84A8-D32BE2CD5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515332-B578-489F-A660-91F8147FE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B5FE-D45E-44BD-8C0F-902E82E075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4541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8FD94-FBB4-4752-8ADD-99418FC13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D3D249-B66F-42B5-8FC8-2261501A0C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6CC15C-53C6-4457-A37D-454243A4D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48553-9ACF-466C-BD64-02D8085A91A9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8A81C-67A4-4B1C-9A6D-D5BEAD659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136594-1964-42A9-8B6A-CFF8184C8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B5FE-D45E-44BD-8C0F-902E82E075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8162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48A70D-9137-4A86-9ED5-FEA0C9B384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747805-1797-4229-A0FD-8970191C2A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10A0DC-ADC8-406C-B65A-76726CEB2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48553-9ACF-466C-BD64-02D8085A91A9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36C87D-B042-45A1-AA23-32CC04D68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F5FEBE-A6D4-4038-9F1B-EF00F73AE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B5FE-D45E-44BD-8C0F-902E82E075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029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C64EAA-5F46-417C-A22E-C3A2E83D5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BE4CC9-E30B-4AF9-B2F7-832052BA10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E09617-4DD8-45B6-9621-2F595ED65E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348553-9ACF-466C-BD64-02D8085A91A9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9C4E74-D681-4336-B0A4-FF1C06B5F9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794CC8-29D3-466A-BD9C-3F55BA73B7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E9B5FE-D45E-44BD-8C0F-902E82E075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91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77371-151D-46E6-A247-71790D13D43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0XXX_HF_AB2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60308A-55E1-4E52-A63F-AE0996B3E7F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AB</a:t>
            </a:r>
            <a:r>
              <a:rPr lang="en-US" baseline="-250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300842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5D81A-C822-4E4D-8B6B-C6341DDD8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MoTa2Ti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46E55B-1E1D-4709-A727-1399645691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842354" y="1491258"/>
            <a:ext cx="5167312" cy="387548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A65C753-601C-4C20-947B-D7DE6DA07B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7430164" y="1517980"/>
            <a:ext cx="5167312" cy="3875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5955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77</Words>
  <Application>Microsoft Office PowerPoint</Application>
  <PresentationFormat>Widescreen</PresentationFormat>
  <Paragraphs>5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0XXX_HF_AB2</vt:lpstr>
      <vt:lpstr>MoTa2Ti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00XXX_HF_AB2</dc:title>
  <dc:creator>James Hamlin</dc:creator>
  <cp:lastModifiedBy>service, physics-svc-hamlin</cp:lastModifiedBy>
  <cp:revision>5</cp:revision>
  <dcterms:created xsi:type="dcterms:W3CDTF">2020-08-24T16:05:39Z</dcterms:created>
  <dcterms:modified xsi:type="dcterms:W3CDTF">2025-04-01T15:54:36Z</dcterms:modified>
</cp:coreProperties>
</file>